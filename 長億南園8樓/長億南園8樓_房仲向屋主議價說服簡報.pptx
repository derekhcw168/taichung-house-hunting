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D9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8C14"/>
                </a:solidFill>
                <a:latin typeface="微軟正黑體"/>
              </a:defRPr>
            </a:pPr>
            <a:r>
              <a:t>長億南園 8 樓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  <a:latin typeface="微軟正黑體"/>
              </a:defRPr>
            </a:pPr>
            <a:r>
              <a:t>房仲向屋主議價溝通說帖與大盤反轉專案簡報</a:t>
            </a:r>
          </a:p>
          <a:p>
            <a:pPr>
              <a:spcBef>
                <a:spcPts val="1200"/>
              </a:spcBef>
              <a:defRPr sz="1400">
                <a:solidFill>
                  <a:srgbClr val="BED2F0"/>
                </a:solidFill>
                <a:latin typeface="微軟正黑體"/>
              </a:defRPr>
            </a:pPr>
            <a:r>
              <a:t>【市場大盤反轉急凍・實質4戶競售剖析・南屯大墩人文競品威脅・掌握稀缺中年自住買盤】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162D55"/>
          </a:solidFill>
          <a:ln w="12700">
            <a:solidFill>
              <a:srgbClr val="28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微軟正黑體"/>
              </a:defRPr>
            </a:pPr>
            <a:r>
              <a:t>報告單位：永義房屋專案團隊  |  標的：長億南園 8 樓（德富路 390 號）  |  買方狀況：成熟中年家庭・純自住・已付 5 萬元斡旋現金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長億南園 8 樓・房仲議價說服專案報告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執行摘要：屋主當下面臨的 4 大關鍵決策局勢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  <a:latin typeface="微軟正黑體"/>
              </a:defRPr>
            </a:pPr>
            <a:r>
              <a:t>📉 大盤確認反轉下修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第七波信用管制後，南區 53 棟老牌社區成交量暴跌 76.4%！單價中位數自 26.9 萬見頂回落，價格正式進入『緩跌』格局，越晚賣越難賣。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98C14"/>
                </a:solidFill>
                <a:latin typeface="微軟正黑體"/>
              </a:defRPr>
            </a:pPr>
            <a:r>
              <a:t>🏢 社區實質 4 戶競售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591 上 23 筆刊登為房仲重複洗版，全社區實質僅 4 戶在賣！4 樓開 898 萬搶低總、3 樓巨露台平車大降 70 萬，同社區削價競爭激烈。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5E8A"/>
                </a:solidFill>
                <a:latin typeface="微軟正黑體"/>
              </a:defRPr>
            </a:pPr>
            <a:r>
              <a:t>⚡ 南屯大墩人文強烈威脅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買方同時積極考慮信義房屋推薦之南屯『大墩人文』。南屯地段精華保值、近捷運與好市多，若本戶價格談不攏，買方將立即轉向大墩人文！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  <a:latin typeface="微軟正黑體"/>
              </a:defRPr>
            </a:pPr>
            <a:r>
              <a:t>🎯 把握稀缺中年自住買方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年輕人只買新小宅，願意買 34 年老屋的僅剩中年家庭。買方一家要自住，已備妥『5 萬元斡旋現金』，出價衡量自身財務極限，錯過難再遇到！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長億南園 8 樓・房仲議價說服專案報告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客觀實證 1：台中南區老牌大盤暴跌 76.4%，價格正式向下反轉</a:t>
            </a:r>
          </a:p>
        </p:txBody>
      </p:sp>
      <p:pic>
        <p:nvPicPr>
          <p:cNvPr id="6" name="Picture 5" descr="00_台中市南區25年以上大型社區_大盤匯總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4872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📊 全南區大盤關鍵數據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樣本覆蓋全面</a:t>
            </a:r>
          </a:p>
          <a:p>
            <a:pPr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全南區 53 棟 25 年以上大型社區、涵蓋 21,208 戶、累計 7,022 筆實登。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歷史見頂反轉</a:t>
            </a:r>
          </a:p>
          <a:p>
            <a:pPr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113 年大盤中位數衝上 26.9 萬/坪歷史極值，第七波信用管制後急速反轉下修至 24.6 萬/坪。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成交量雪崩 76.4%</a:t>
            </a:r>
          </a:p>
          <a:p>
            <a:pPr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年成交量自高峰 738 件崩縮至 115 年僅 174 件，市場動能徹底急凍！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『量先價行』鐵律</a:t>
            </a:r>
          </a:p>
          <a:p>
            <a:pPr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沒有成交量支撐，老屋價格只有緩跌修正一途，不可再心存追高幻想！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長億南園 8 樓・房仲議價說服專案報告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客觀實證 2：房市趨冷只會緩跌，房屋年齡越老越便宜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1. 房貸信用管制掐死買氣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央行第七波信用管制全面收緊房貸成數。</a:t>
            </a:r>
            <a:br/>
            <a:r>
              <a:t>• 銀行鑑價極度保守，滿水位狀況持續延燒。</a:t>
            </a:r>
            <a:br/>
            <a:r>
              <a:t>• 實質房貸利率站穩 2.5%～3.0%，買方負擔能力大幅縮水，只會持續觀望砍價。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2. 35 年老屋金融大關縮限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長億南園已 34.7 年，跨越 35 年金融門檻。</a:t>
            </a:r>
            <a:br/>
            <a:r>
              <a:t>• 銀行內規『屋齡＋貸款年限』嚴格受限，無法貸滿 30/40 年長天期。</a:t>
            </a:r>
            <a:br/>
            <a:r>
              <a:t>• 買方每月還款本金加重，老屋接手門檻越來越高，未來只剩全現金買方。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3. 未來三年價格逐年回測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根據南區大盤模型推估：</a:t>
            </a:r>
            <a:br/>
            <a:r>
              <a:t>  - 116 年下探：21.1 萬/坪</a:t>
            </a:r>
            <a:br/>
            <a:r>
              <a:t>  - 117 年下探：18.0 萬/坪</a:t>
            </a:r>
            <a:br/>
            <a:r>
              <a:t>  - 118 年回測歷史支撐：15.8 萬/坪</a:t>
            </a:r>
            <a:br/>
            <a:r>
              <a:t>• 趁目前 20 幾萬高檔反轉初期賣出，是資產最佳安全落袋窗口！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長億南園 8 樓・房仲議價說服專案報告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社區行情定錨：115年9月最新成交已跌至 21.4 萬/坪</a:t>
            </a:r>
          </a:p>
        </p:txBody>
      </p:sp>
      <p:pic>
        <p:nvPicPr>
          <p:cNvPr id="6" name="Picture 5" descr="28_長億南園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914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🏢 長億南園最新實登實證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115 年 9 月最新成交定錨</a:t>
            </a:r>
          </a:p>
          <a:p>
            <a:pPr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同社區德富路 4 樓，含車位總價僅 825 萬，拆算單價已跌回 21.4 萬/坪（含車均攤僅 22.1 萬）。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115 年 4 月成交低點</a:t>
            </a:r>
          </a:p>
          <a:p>
            <a:pPr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同社區 9 樓總價更僅 782 萬，買方出價信心大增。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實價登錄更見 20.6 萬紀錄</a:t>
            </a:r>
          </a:p>
          <a:p>
            <a:pPr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同社區 12 樓曾出現單價 20.6 萬/坪成交紀錄，打破屋主 23 萬以上開價幻想。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歷史長期均價 13～17 萬</a:t>
            </a:r>
          </a:p>
          <a:p>
            <a:pPr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105～110 年長達六年合理區間為 13～17 萬/坪。前兩年極端高點已過，買方態度堅定理性，絕不追高！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長億南園 8 樓・房仲議價說服專案報告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社區競爭真相：591 帳面 23 筆為房仲洗版，實質『4 戶』激烈競售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011680"/>
                <a:gridCol w="2286000"/>
                <a:gridCol w="277337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戶別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坪數與格局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目前開價 / 單價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房仲刊登狀況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市場競爭威脅評估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【本案】8 樓大三房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42.23 坪 (室內 32 坪)</a:t>
                      </a:r>
                      <a:br/>
                      <a:r>
                        <a:t>3房2廳2衛+機上車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998 萬</a:t>
                      </a:r>
                      <a:br/>
                      <a:r>
                        <a:t>(23.6 萬/坪)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9 家房仲重複聯賣洗版！</a:t>
                      </a:r>
                      <a:br/>
                      <a:r>
                        <a:t>歷經三次降價求售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同社區主力競品，屋主急售心態外溢，開價已被定錨於 998 萬。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10 樓高樓三房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35.61 坪 (室內 27 坪)</a:t>
                      </a:r>
                      <a:br/>
                      <a:r>
                        <a:t>3房2廳2衛+機上車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958 萬</a:t>
                      </a:r>
                      <a:br/>
                      <a:r>
                        <a:t>(26.9 萬/坪)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9 家房仲重複聯賣洗版！</a:t>
                      </a:r>
                      <a:br/>
                      <a:r>
                        <a:t>主打免千萬高樓三房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總價比 8 樓便宜 40 萬，同樣 9 家房仲全力推銷，強烈瓜分看屋客。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 樓大三房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37.29 坪 (室內 28 坪)</a:t>
                      </a:r>
                      <a:br/>
                      <a:r>
                        <a:t>3房2廳2衛+休旅車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898 萬</a:t>
                      </a:r>
                      <a:br/>
                      <a:r>
                        <a:t>(24.1 萬/坪)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中信房屋承辦刊登</a:t>
                      </a:r>
                      <a:br/>
                      <a:r>
                        <a:t>社區最低總價門檻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開價直接殺入 800 多萬，買方第一眼首選，吸走大部分首購自住客。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 樓巨露台平車戶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66.28 坪 (含露台31坪)</a:t>
                      </a:r>
                      <a:br/>
                      <a:r>
                        <a:t>3房2廳2衛+坡道平車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1,258 萬</a:t>
                      </a:r>
                      <a:br/>
                      <a:r>
                        <a:t>(18.9 萬/坪)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 家房仲刊登</a:t>
                      </a:r>
                      <a:br/>
                      <a:r>
                        <a:t>近期主動降價 70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社區極罕見平面車位＋31坪大露台，單價殺至 18.9 萬，讓利誠意十足。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303520"/>
            <a:ext cx="1072865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💡 房仲核心建言：在社區 4 戶屋主相互比價搶客的局勢下，「誰先適度讓利，誰就能先把數百萬現金抱回家」！堅持高價只會變成替其他 3 戶做免費抬轎助攻。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長億南園 8 樓・房仲議價說服專案報告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買方心理抗性：相同價位可買『921 震後宅』，震前老屋存在安全疑慮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1. 921 震災曾列『需注意建物』紀錄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同社區產調白紙黑字載明：『本物件曾被台中市政府列為需注意建物，雖目前已無列管，但收定後及簽約時勿承諾貸款成數』。</a:t>
            </a:r>
            <a:br/>
            <a:r>
              <a:t>• 買方是一家自住，對震災歷史紀錄非常敏感，存在天然的耐震安全心理抗性。</a:t>
            </a:r>
            <a:br/>
            <a:r>
              <a:t>• 銀行內部亦有歷史紀錄，鑑價與成數極度保守！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8C14"/>
                </a:solidFill>
                <a:latin typeface="微軟正黑體"/>
              </a:defRPr>
            </a:pPr>
            <a:r>
              <a:t>2. 相同價位市場可選『921 震後宅』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長億南園民國 80 年興建（屋齡 34.7 年），適用 921 震前舊耐震法規。</a:t>
            </a:r>
            <a:br/>
            <a:r>
              <a:t>• 買方直言：『在目前 800、900 萬價位，市場上完全可以挑到 921 震後興建、耐震法規提升的中古大樓，對地震疑慮完全消除！』</a:t>
            </a:r>
            <a:br/>
            <a:r>
              <a:t>• 震前老屋在現行市場上具有無法抹滅的實質折價抗性！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長億南園 8 樓・房仲議價說服專案報告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市場買盤結構：年輕人只買新小宅，中年買家是老屋唯一接盤買盤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392B"/>
                </a:solidFill>
                <a:latin typeface="微軟正黑體"/>
              </a:defRPr>
            </a:pPr>
            <a:r>
              <a:t>現代年輕首購族（25～35歲）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❌ 絕不買 30 幾年陳屋</a:t>
            </a:r>
            <a:br/>
            <a:r>
              <a:t>• 偏好重劃區預售屋、新成屋、小宅兩房。</a:t>
            </a:r>
            <a:br/>
            <a:r>
              <a:t>• 重視公設會館、飯店物業管理、電動車充電樁。</a:t>
            </a:r>
            <a:br/>
            <a:r>
              <a:t>• 看到 34 年無公設外觀老舊大樓，直接轉頭放棄。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  <a:latin typeface="微軟正黑體"/>
              </a:defRPr>
            </a:pPr>
            <a:r>
              <a:t>中年成熟家庭買方（40～55歲）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✅ 老牌大樓唯一真實買盤！</a:t>
            </a:r>
            <a:br/>
            <a:r>
              <a:t>• 重視室內實質大坪數（喜愛本戶室內 32 坪大空間）。</a:t>
            </a:r>
            <a:br/>
            <a:r>
              <a:t>• 財務務實健全、自備款充裕、珍惜整理過的水電衛浴。</a:t>
            </a:r>
            <a:br/>
            <a:r>
              <a:t>• 剛好就是本組買方！市場極度稀少且珍貴的誠意買盤。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長億南園 8 樓・房仲議價說服專案報告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外部直接威脅：信義房屋積極推薦南屯『大墩人文』，隨時轉向！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36415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評估指標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南屯區【大墩人文】(信義推薦直接競品)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南區【長億南園 8 樓】(本案)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地段價值與增值性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南屯成熟富人商圈，地段保值抗跌性全台中名列前茅。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南區老舊市區，受十三期新成屋比價排擠。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交通與生活機能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緊鄰文心森林公園商圈、捷運綠線、南屯好市多(Costco)。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南區德富路商圈，生活機能便利但無大型好市多與精華捷運。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房屋格局與空間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正三房格局，公設維護佳，外觀與質感極佳。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室內 32 坪超大空間（本戶唯一最大勝出亮點！）。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買方當下態度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買方極度心動，信義房屋強力推銷中，若本案不讓利隨時轉向！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第一優先把 5 萬現金斡旋下在長億南園，但買方耐心極度有限。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120640"/>
            <a:ext cx="1072865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⚠️ 經紀人急迫預警：信義房屋這兩天持續在催買方去簽大墩人文。我們現在是在跟信義房屋搶這唯一一組自住家庭，今天務必拍板定案，千萬不能讓煮熟的鴨子飛去南屯！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長億南園 8 樓・房仲議價說服專案報告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買方出價邏輯：衡量自身財務狀況與必花整修款之務實極限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屋況客觀現況與必備整修款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肯定屋主 6 年前水電衛浴翻新用心，但已有 6 年自然折舊。</a:t>
            </a:r>
            <a:br/>
            <a:r>
              <a:t>• 雙衛浴皆無對外窗（暗房衛浴），通風排濕不良。</a:t>
            </a:r>
            <a:br/>
            <a:r>
              <a:t>• 買方入住前仍須備妥 60～80 萬工程款：全室油漆、窗戶更換、加裝衛浴獨立抽風暖風系統與基礎整理。</a:t>
            </a:r>
            <a:br/>
            <a:r>
              <a:t>• 這筆裝修預算是自住必要支出，必須從總購屋預算中扣除。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買方出價非惡意砍價，而是財務極限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買方是一家人要自住，財務紀律嚴謹。</a:t>
            </a:r>
            <a:br/>
            <a:r>
              <a:t>• 銀行因 34.7 年高屋齡與 921 歷史，核貸成數保守（僅 6.5～7 成），買方自備款缺口被強制拉高 100 多萬！</a:t>
            </a:r>
            <a:br/>
            <a:r>
              <a:t>• 買方出價完全是經過審慎衡量家庭總存款、貸款上限與裝修費後提出來的誠意極限，絕非隨便亂砍！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長億南園 8 樓・房仲議價說服專案報告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屋主財務與稅務精算：107年買670萬持有滿8年，大賺出場＋享400萬免稅額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77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00830"/>
                <a:gridCol w="390083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財務 / 稅務項目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歷史數據與條件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本次成交預估結果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屋主當初買入成本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民國 107 年 6 月購入：670 萬 (15.9 萬/坪)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本金 670 萬 100% 全數收回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產權持有時間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107 年 7 月登記至今：已整整滿 8 年！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已度過房地合一高稅率重課期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成交實質獲利評估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在 700 多萬價位順利成交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完全覆蓋成本與裝修折舊，淨賺數十萬現金！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房地合一自住免稅額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持有滿 8 年，符合自住設籍滿 6 年條件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享有 400 萬免稅額，獲利免繳稅，全額現金落袋！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120640"/>
            <a:ext cx="1072865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7AE60"/>
                </a:solidFill>
                <a:latin typeface="微軟正黑體"/>
              </a:defRPr>
            </a:pPr>
            <a:r>
              <a:t>🏆 獲利了結論點：屋主買 670 萬已享受 8 年居住增值，今天賣出保證倒賺幾十萬現金且不用繳房地合一稅！在房市反轉向下之際，及時把數百萬現金抱在身上，比繼續套在 35 年老屋承擔跌價風險聰明太多！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長億南園 8 樓・房仲議價說服專案報告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收尾逼單促成：『5 萬元現金斡旋已擺在桌上，拍板即成交！』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  <a:latin typeface="微軟正黑體"/>
              </a:defRPr>
            </a:pPr>
            <a:r>
              <a:t>🎯 房仲逼單最關鍵的一句話（激發屋主落袋為安與急迫感）：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「大哥／大姐，現在市場上光看不買的假客人很多，但願意掏出真金白銀的人少之又少。</a:t>
            </a:r>
            <a:br/>
            <a:br/>
            <a:r>
              <a:t>這組自住買方非常有誠意，已經把『5 萬元的現金斡旋』直接擺在我們店頭桌上，隨時等著只要您點頭就正式簽約履約！</a:t>
            </a:r>
            <a:br/>
            <a:br/>
            <a:r>
              <a:t>您 107 年買 670 萬，買方出價已經讓您穩穩賺錢出場，又享有 8 年自住免稅優勢，還能完美避開後面南區老屋量縮價跌的風險。</a:t>
            </a:r>
            <a:br/>
            <a:br/>
            <a:r>
              <a:t>信義房屋那邊今天還在打電話催買方去談南屯的大墩人文，請大哥／大姐今天就痛快做決定，給我們授權簽字，我們立刻幫您把七百多萬的現金穩穩落袋！」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長億南園 8 樓・房仲議價說服專案報告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買方斡旋特約：僅保留『貸款未滿七成無條件解約』，條件乾淨誠懇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D9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392B"/>
                </a:solidFill>
                <a:latin typeface="微軟正黑體"/>
              </a:defRPr>
            </a:pPr>
            <a:r>
              <a:t>🛡️ 斡旋單正式特約記載條文（合情合理・保障交易安全）：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「本件買賣若買方於簽約後向金融機構申請本標的物房屋貸款，獲核准之貸款金額未達買賣成交總價百分之七十（70%）者（非因買方個人重大信用瑕疵所致），買方得主張無條件解除本買賣契約（或斡旋契約）。賣方及仲介方應於買方出具銀行審核結果後三日內，全額無息返還買方已支付之全部斡旋金及價款，雙方互不負違約賠償責任及仲介服務費。」</a:t>
            </a:r>
          </a:p>
          <a:p>
            <a:pPr>
              <a:lnSpc>
                <a:spcPct val="120000"/>
              </a:lnSpc>
              <a:spcBef>
                <a:spcPts val="1400"/>
              </a:spcBef>
              <a:defRPr sz="1100">
                <a:solidFill>
                  <a:srgbClr val="1B365D"/>
                </a:solidFill>
                <a:latin typeface="微軟正黑體"/>
              </a:defRPr>
            </a:pPr>
            <a:r>
              <a:t>📌 房仲對屋主解說重點：</a:t>
            </a:r>
            <a:br/>
            <a:r>
              <a:t>1. 條款極度乾淨：買方已將所有檢驗、修繕等繁瑣條款全數剔除，僅保留銀行貸款基本防線，展現十足成交誠意。</a:t>
            </a:r>
            <a:br/>
            <a:r>
              <a:t>2. 排除個人信用瑕疵：若因買方自己信用問題貸不到，買方不得藉此解約，純粹防範 35 年老屋銀行鑑價保守之系統性風險。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8C14"/>
                </a:solidFill>
                <a:latin typeface="微軟正黑體"/>
              </a:defRPr>
            </a:pPr>
            <a:r>
              <a:t>抓緊大盤反轉前夕  •  把握唯一誠意自住買盤</a:t>
            </a:r>
          </a:p>
          <a:p>
            <a:pPr algn="ctr">
              <a:spcBef>
                <a:spcPts val="1600"/>
              </a:spcBef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恭祝 屋主資產安全變現・圓滿落袋為安大贏家！</a:t>
            </a:r>
          </a:p>
          <a:p>
            <a:pPr algn="ctr">
              <a:spcBef>
                <a:spcPts val="2400"/>
              </a:spcBef>
              <a:defRPr sz="1300">
                <a:solidFill>
                  <a:srgbClr val="BED2F0"/>
                </a:solidFill>
                <a:latin typeface="微軟正黑體"/>
              </a:defRPr>
            </a:pPr>
            <a:r>
              <a:t>永義房屋專案團隊 敬製  |  長億南園 8 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