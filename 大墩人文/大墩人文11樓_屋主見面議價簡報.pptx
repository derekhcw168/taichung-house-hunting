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D9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8C14"/>
                </a:solidFill>
                <a:latin typeface="微軟正黑體"/>
              </a:defRPr>
            </a:pPr>
            <a:r>
              <a:t>大墩人文 11 樓之 2（專任捷運大三房）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屋主見面議價與善意溝通簡報</a:t>
            </a:r>
          </a:p>
          <a:p>
            <a:pPr>
              <a:spcBef>
                <a:spcPts val="1200"/>
              </a:spcBef>
              <a:defRPr sz="1300">
                <a:solidFill>
                  <a:srgbClr val="BED2F0"/>
                </a:solidFill>
                <a:latin typeface="微軟正黑體"/>
              </a:defRPr>
            </a:pPr>
            <a:r>
              <a:t>【物件現況優缺評估 ｜ 產調瑕疵與翻修扣抵 ｜ 南屯75大社區實登走勢 ｜ 買方客觀預算與雙贏讓利提案】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162D55"/>
          </a:solidFill>
          <a:ln w="12700">
            <a:solidFill>
              <a:srgbClr val="28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微軟正黑體"/>
              </a:defRPr>
            </a:pPr>
            <a:r>
              <a:t>報告對象：大墩人文全體共有人長輩 ｜ 報告人：誠意自住家庭買方 ｜ 標的：台中市南屯區南屯路二段207之6號11樓之2</a:t>
            </a:r>
            <a:br/>
            <a:r>
              <a:t>核心訴求：客觀數據攤平討論、全套老屋安全翻修扣除、珍惜善待起家厝善緣、促成實質變現落袋為安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執行摘要：買方不卑不亢、理性出價的 4 大協商維度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7AE60"/>
                </a:solidFill>
                <a:latin typeface="微軟正黑體"/>
              </a:defRPr>
            </a:pPr>
            <a:r>
              <a:t>❤️ 肯定起家厝與真誠自住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我們曾在此生活圈租屋，對大墩人文社區有深刻感情。我們是紮實的純自住家庭，非投資炒作客，承諾購入後投入上百萬細心翻修水電與廚衛，好好延續長輩起家厝的溫暖生命力！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0392B"/>
                </a:solidFill>
                <a:latin typeface="微軟正黑體"/>
              </a:defRPr>
            </a:pPr>
            <a:r>
              <a:t>🛠️ 120 萬老屋翻新剛性支出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34 年老屋水電管線暗管未換、電箱僅 70A、雙衛浴外牆漏水壁癌（信義產調載明）。盛祥統包報價 8 大純基礎安全工項高達 120 萬，這筆保命支出必須在購屋總價如實扣除。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514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98C14"/>
                </a:solidFill>
                <a:latin typeface="微軟正黑體"/>
              </a:defRPr>
            </a:pPr>
            <a:r>
              <a:t>📉 南屯實登大盤量縮 79.7%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南屯 75 棟老牌社區年成交量由 694 件雪崩至 141 件！嶺東率先破 2 字頭，五期指標案接連回檔。大墩人文長年行情僅 19~20 萬，近期 2 樓跌至 25.5 萬，950 萬開價已在歷史頂峰。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514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55448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🎯 850 萬家庭預算上限封頂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自備款與家庭資金上限 850 萬，扣除 120 萬基礎工程款，購屋極限天花板鎖定 730 萬。隨身備妥 10 萬真金白銀斡旋支票，價格合意當場簽約，協助長輩 6 人全額純現金落袋為安！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大墩人文 11 樓現況剖析：優點充分肯定，老舊瑕疵客觀面對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  <a:latin typeface="微軟正黑體"/>
              </a:defRPr>
            </a:pPr>
            <a:r>
              <a:t>💎 買方高度認同之物件優點（誠意購買基石）</a:t>
            </a:r>
          </a:p>
          <a:p>
            <a:pPr>
              <a:spcBef>
                <a:spcPts val="8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室內專有實坪扎實：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登記 31.54 坪全部為主建物(30.07坪)加陽台(1.47坪)，室內大三房開闊好住，無現代新大樓35%灌水虛坪。</a:t>
            </a:r>
          </a:p>
          <a:p>
            <a:pPr>
              <a:spcBef>
                <a:spcPts val="8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南屯成熟生活圈地段：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近萬和宮文化圈、永春國小、南屯捷運站，生活採買、就學便利，是買方非常喜歡且具感情的生活微環境。</a:t>
            </a:r>
          </a:p>
          <a:p>
            <a:pPr>
              <a:spcBef>
                <a:spcPts val="8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11 樓高樓層採光通風：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次頂樓高視野，邊間雙面採光，白日自然光充足，空氣對流佳，住起來舒服自在。</a:t>
            </a:r>
          </a:p>
          <a:p>
            <a:pPr>
              <a:spcBef>
                <a:spcPts val="8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自住起家厝人文底蘊：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長輩惜售傳承，室內格局方正、格局無穿堂等重大風水瑕疵，是自住家庭安居樂業的理想骨架。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  <a:latin typeface="微軟正黑體"/>
              </a:defRPr>
            </a:pPr>
            <a:r>
              <a:t>⚠️ 不可忽視之屋況與公設抗性（議價折讓基礎）</a:t>
            </a:r>
          </a:p>
          <a:p>
            <a:pPr>
              <a:spcBef>
                <a:spcPts val="8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34 年高屋齡物理老化：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民國 81 年 11 月完工，屋齡已近 34 年，室內水電管線、泥作防水皆達物理壽命終點，必須大幅翻新。</a:t>
            </a:r>
          </a:p>
          <a:p>
            <a:pPr>
              <a:spcBef>
                <a:spcPts val="8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無獨立產權車位硬傷：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地下1層使照登記為全棟防空避難兼停車，每年需碰運氣抽籤；南屯三房無車位轉手抗性極大，市價折減150~200萬。</a:t>
            </a:r>
          </a:p>
          <a:p>
            <a:pPr>
              <a:spcBef>
                <a:spcPts val="8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高樓層迎風與水壓考量：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 樓老舊鋁窗漏風漏雨，且高樓層管線水壓偏小，需另外加裝加壓馬達與全面更換氣密隔音窗。</a:t>
            </a:r>
          </a:p>
          <a:p>
            <a:pPr>
              <a:spcBef>
                <a:spcPts val="8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物業協調中與基金未明：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信義產調載明物業公司協調中、住戶規約未附、公共基金未明，未來34年老電梯更換每戶面臨集資攤派風險。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信義產調報告深度查核：不動產說明書白紙黑字登載的 5 大瑕疵鐵證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說明書查核項目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產調頁碼與官方登載內容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法律與現況解讀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對屋主議價之實質訴求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滲漏水與壁癌瑕疵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說明書第4頁第一類、第17頁第29項：白紙黑字載明「廁所外牆、窗框有滲漏水、壁癌」，近半年未修。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雙衛浴防水層已老化破裂失效，窗框填縫硬化，非表面刷漆可解決，需打除見底重做。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兩間衛浴泥作防水22萬＋氣密窗13萬，共35萬剛性支出必須全額自房價折抵。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34年水電管線未換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說明書第16頁第19項：明確勾選「水管、電管線於產權持有期間未曾更新」，配電箱僅70A。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老舊電線氧化走火風險高，生鏽鐵管隨時爆管，完全無法負擔現代多台冷氣與廚房高功率家電。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全室太平洋電線抽換、配電箱加大至100A與不銹鋼雙壓接水管需21.9萬，安全必做款。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陽台加窗屬既存違建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說明書第4頁第三類、第17頁第33項：明載「陽台加窗屬未經合法程序之違章建築」。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若遭檢舉或市府公安查報面臨即報即拆且無補償，信義合約要求買方自行承擔被拆除風險。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買方承擔違法被拆風險與拆除還原費用，開價應給予合理產權瑕疵折讓。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物業協調中／規約未附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說明書第5頁第4~5項：管委會物業公司「在協調中」，住戶規約「目前尚未檢附」。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大樓物業管理處於協調動盪期，公共門禁安防有真空隱憂，公設權利義務一團黑盒子。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管理不穩定社區中古行情本應折減5%~10%，買方承擔未知管理風險。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地下室共有無獨立車位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說明書第27~28頁使照存根：地下1層登記為防空避難兼停車，無獨立車位產權。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每年需碰運氣抽籤，南屯路大墩路車位極難租，在外租車位20年額外支出70~80萬。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無產權車位在南屯三房市場行情折減150~200萬，不可硬套附車位之單價。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914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🎯 買方核心陳述：這份信義產調報告是經紀人員工親自勘驗簽認的法定文件，所有瑕疵白紙黑字清清楚楚。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買方不是看屋後空口嫌東嫌西，而是完全根據說明書揭露的客觀事實，計算交屋後必須承擔的真實工程與法律負擔，請長輩務必在總價上實質折抵。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賣方底牌與利益解碼：零房貸純拿現金、低土增稅，變現落袋為安最明智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1. 6人公同共有繼承，大家最希望變現分產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本戶於 113 年 7 月發生繼承，登記為 6 人公同共有。</a:t>
            </a:r>
            <a:br/>
            <a:r>
              <a:t>• 產調揭露其中 5 位長輩甚至連權狀費用都未領，產權手續繁複。</a:t>
            </a:r>
            <a:br/>
            <a:r>
              <a:t>• 房子空置未住，6 位共有人大家最期盼的就是順利賣掉、公平變現分配遺產現金，落袋為安最圓滿！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  <a:latin typeface="微軟正黑體"/>
              </a:defRPr>
            </a:pPr>
            <a:r>
              <a:t>2. 謄本完全無抵押權，賣多少全額純拿現金！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地政謄本他項權利部白紙黑字「無他項權利登記」，賣方完全零房貸壓力！</a:t>
            </a:r>
            <a:br/>
            <a:r>
              <a:t>• 成交價無論 710 萬還是 730 萬，全額都是實質純現金入袋！</a:t>
            </a:r>
            <a:br/>
            <a:r>
              <a:t>• 屋主沒有任何高額貸款本利和或賠售套牢問題，爽快讓利成就一段買賣善緣！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3. 土地增值稅僅 3,293 元，微乎其微零負擔！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信義說明書第 9 頁土地增值稅概算表：前次移轉為113年7月，一般稅率合計僅需繳納 3,293 元（自用更僅 1,646 元）！</a:t>
            </a:r>
            <a:br/>
            <a:r>
              <a:t>• 繼承取得完全沒有龐大土增稅成本，賣方切勿拿稅金當阻擋議價的藉口！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728655" cy="1920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3628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💡 屋主繼續空置持有的「隱形失血與跌價風險」試算：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固定支出乾耗：空屋每月管理費 1,615 元＋公設電費水費約 2,000 元，多拖半年就平白燒掉 1.5~2 萬元現金，每年還要繳納房屋稅與地價稅。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大環境量縮修正：央行第七波信用管制下，南屯老屋成交量暴跌 8 成，價格緩跌確立。房子繼續掛售只會變滯銷物件，半年後買方出價恐跌破 700 萬。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家庭變現落袋為安：今天只要點頭成交，6 位共有人每人可立即分得約 120 萬現金，把虛擬的不動產轉化為實體資產，既圓滿了長輩遺願，也免去日後管理煩惱！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老屋安全必做工程：盛祥統包工程 120 萬報價單逐項解剖（非奢華裝潢）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4327855"/>
                <a:gridCol w="164592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項次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工程類別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主要施作內容與規格摘要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預估金額 (NTD)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佔比與剛性說明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保護與拆除清運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公共梯廳防撞、拆除舊發霉木作櫃體天花板、雙衛廚具打到底、4車合法清運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$162,000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13.4% (前屋主裝潢負資產)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水電管線與電力系統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全室抽換太平洋一級銅線、總電箱加大匯流排(75~100A)、SUS304不銹鋼雙壓接水管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$219,000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18.2% (居家用電用水保命款)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泥作修補、壁癌防水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剔除粉化壁癌抗鹼打底、雙衛浴彈性水泥防水三道(樑下試水48hr)、全室地壁磚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$220,000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18.3% (信義產調瑕疵根治)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鋁門窗與氣密隔音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11樓高樓客廳大落地氣密窗、三房5+5膠合強化隔音窗、三合一通風門、窗框塞水路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$130,000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10.8% (高樓防颱抗漏風漏水)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雙衛浴設備與五金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TOTO/Derek省水馬桶×2、防潮發泡板浴櫃面盆×2、主衛乾濕分離拉門、多功能暖風機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$106,000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8.8% (基本衛生與長輩防滑)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廚房系統廚具三機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240cm一字型防潮廚具、耐磨石英石檯面、櫻花/林內防乾燒瓦斯爐與強力油煙機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$137,000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11.4% (34年老瓦斯管防洩漏)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全室油漆粉刷工程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全室裂縫AB膠抗裂填縫、全批土兩道研磨細平、得利/虹牌健康無毒低甲醛乳膠漆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$93,000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7.7% (921細紋整平粉刷)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門扇地坪局部包管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臥房實木門×3、衛浴防潮門×2、管線走頂局部平釘包管、全室直鋪SPC石塑地板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$138,000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11.5% (老地磚膨拱整平隔音)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全室純基礎工程總額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8 大工種老屋保命純基礎翻新總工程款（盛祥工程實打實估價單）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$1,205,000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100.0% (約 120 萬元整)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32120"/>
            <a:ext cx="10728655" cy="10058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🎯 買方出價公式精算：家庭總預算 850 萬 － 老屋純基礎工程 120 萬 ＝ 購屋總價極限天花板 730 萬</a:t>
            </a:r>
          </a:p>
          <a:p>
            <a:pPr>
              <a:spcBef>
                <a:spcPts val="300"/>
              </a:spcBef>
              <a:defRPr sz="980">
                <a:solidFill>
                  <a:srgbClr val="1E293B"/>
                </a:solidFill>
                <a:latin typeface="微軟正黑體"/>
              </a:defRPr>
            </a:pPr>
            <a:r>
              <a:t>這份估價單完全沒有水晶吊燈、豪奢木作壁板或頂級家電，全是為了能安心住進去的水電防水安全工程。每一分錢都省不掉，買方必須拿現金或修繕貸款支付，因此必須從屋主售價中完全折減！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南屯大盤實價登錄走勢：75 棟社區量縮 79.7%，價格全面反轉回修</a:t>
            </a:r>
          </a:p>
        </p:txBody>
      </p:sp>
      <p:pic>
        <p:nvPicPr>
          <p:cNvPr id="6" name="Picture 5" descr="00_台中市南屯區30年以上大型社區_大盤匯總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7160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08760"/>
            <a:ext cx="39620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📊 南屯老牌社區大盤 4 大權威結論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樣本涵蓋全區最完整：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普查南屯全區 75 棟 30 年以上大型社區（14,671 戶、平均屋齡 32.4 年），純住宅實登有效交易 5,437 筆，經 591/樂居/CTOPMap 交叉驗證。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成交量雪崩 79.7%：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年成交量自高峰 694 件一路崩跌至 115 年僅 141 件（量縮近 8 成）！央行第七波信用管制後，買氣瞬間急凍，『量先價行』確立價格走跌。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歷史頂峰見頂下修：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 年大盤中位數衝上 29.1 萬/坪歷史極值，114~115 年已反轉回落至 27.8 萬/坪，嶺東精科生活圈更是率先摜破 2 字頭！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計量模型三年預估：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計量經濟六模組預估：大盤 116 年探至 24.4 萬 ➜ 117 年 21.3 萬 ➜ 118 年 20.6 萬（累計修正 -25.9%），逐步回歸 106~109 年合理價值帶(15.4~19.8萬)！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南屯指標社區實證：周邊 10 大老牌大案實登全數見頂回跌（鐵證總表）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645920"/>
                <a:gridCol w="1645920"/>
                <a:gridCol w="1554480"/>
                <a:gridCol w="1097280"/>
                <a:gridCol w="1858975"/>
              </a:tblGrid>
              <a:tr h="34913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指標社區建案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總戶數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歷史最高單價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最新成交單價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116~118預估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三年修正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實登走勢特徵與意義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理想貴族 (大墩二街)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732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35.5 萬 (113/06)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27.5 萬 (115/09)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21.9 ➜ 18.7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-24.6%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五期700戶最大案，高檔大修近8萬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宏全世界廣場 (文心路)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436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37.6 萬 (113/07)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28.4 萬 (115/07)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24.1 ➜ 21.1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七期南側捷運名廈，高點急凍跌近10萬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中友綠園邸 (黎明路)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431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39.8 萬 (113/06)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27.7 萬 (115/04)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25.3 ➜ 22.2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黎明商圈大案，最新成交自近40萬重挫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凱撒風景園邸 (忠勇路)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423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29.8 萬 (112/07)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19.6 萬 (115/07)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21.2 ➜ 18.5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🔥 嶺東400戶大案最新摜破 2 字頭！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龍觀天下 (大墩十一街)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420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32.0 萬 (113/12)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23.4 萬 (115/07)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24.4 ➜ 21.3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五期知名名宅由32萬重修至23.4萬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皇后大道 (黎明路)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388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37.6 萬 (114/06)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27.2 萬 (115/08)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23.3 ➜ 20.3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黎明新村商圈指標案高檔回跌逾10萬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黎明大地 (嶺東路)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376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32.0 萬 (112/10)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18.7 萬 (115/07)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19.0 ➜ 16.5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-22.2%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🔥 最新成交跌至18.7萬，大跌逾4成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陽光綠意参 (文心路)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366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35.8 萬 (113/08)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24.5 萬 (115/05)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24.5 ➜ 21.3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文心森林公園生活圈大樓跌破25萬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黎明春秋 (向上路)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361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39.2 萬 (113/08)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30.8 萬 (115/02)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27.7 ➜ 24.2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向上商圈名宅高點見頂量縮橫盤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現代經典 (南屯路二段)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222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33.0 萬 (112/11)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30.2 萬 (115/04)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27.4 ➜ 24.0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同在南屯路生活圈，價格亦緩步向下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349240"/>
            <a:ext cx="10728655" cy="1143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🎯 房仲與買方一致客觀研判：全南屯老牌大社區無一倖免！高點已過，量縮回檔是整個區域的大勢所趨。</a:t>
            </a:r>
          </a:p>
          <a:p>
            <a:pPr>
              <a:spcBef>
                <a:spcPts val="300"/>
              </a:spcBef>
              <a:defRPr sz="980">
                <a:solidFill>
                  <a:srgbClr val="1E293B"/>
                </a:solidFill>
                <a:latin typeface="微軟正黑體"/>
              </a:defRPr>
            </a:pPr>
            <a:r>
              <a:t>南屯區這些戶數更多、甚至附車位的老牌名宅，成交價紛紛自 35~39 萬高點重修至 2 字頭，外圍嶺東更已摜破 20 萬。大墩人文若堅持開價 30 萬以上，完全脫離當前市場大盤走勢，只會陷入乏人問津的滯銷僵局！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大墩人文歷史實登全解讀：長年均價20萬，近期2樓成交跌至25.5萬</a:t>
            </a:r>
          </a:p>
        </p:txBody>
      </p:sp>
      <p:pic>
        <p:nvPicPr>
          <p:cNvPr id="6" name="Picture 5" descr="22_大墩人文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7160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08760"/>
            <a:ext cx="39620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大墩人文 39 筆實登關鍵事實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長年合理行情僅 19~20 萬/坪：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樂居與內政部實登歷史顯示：2015 至 2022 年長達 7 年間，大墩人文常態成交總價多在 600~680 萬，折合單價長期穩定在 19~20 萬/坪。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114年10月2樓成交跌至 25.5 萬：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最新實登顯示 207 號之 2 的 2 樓戶，成交總價僅 800 萬、單價 25.5 萬/坪！社區價格回調訊號明確，市場已拒絕買單 30 萬以上高價。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開價 950 萬踩在歷史最頂峰：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全社區 34 年歷史最高單價為 30.3 萬/坪。屋主目前開價 950 萬（30.12 萬/坪），依然死守在歷史天花板，在量縮大盤下完全缺乏競爭力。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計量模型預估回修至 22.8 萬：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南屯計量模型動態推算：大墩人文三年預期價格將收斂至 116 年 26.0 萬 ➜ 117 年 23.6 萬 ➜ 118 年 22.8 萬（累計修正 -20.6%），向長期支撐帶(17.8~19.2萬)靠攏！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買方客觀替代選擇：永義房屋帶看「靜園」美裝潢直入＋附車位強力比價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36415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評估指標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南區【靜園社區 11 樓】(永義帶看中・替代方案)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南屯【大墩人文 11 樓】(本案溝通標的)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基礎工程與室內裝修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原屋主已全室重拉水電、泥作衛浴全新翻修，配備高質感美裝潢，買方完全免掏 120 萬翻修款，拎包即可入住！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34年未翻新之原始屋況，水電暗管、配電箱、雙衛浴漏水壁癌全需打掉重練，買方須另掏 120 萬現金翻修。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停車位條件與產權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擁有專屬獨立固定平面汽車車位，上下班停車無憂，親友探訪便利。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無獨立產權車位，每年需碰運氣抽籤；周邊車位一位難求，外租每月需 3,000 元。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工作通勤與地緣便利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買方先生在霧峰上班，南區動線緊鄰台 74 線與中投公路，通勤時間節省 15~20 分鐘。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買方曾在本生活圈租屋，生活習慣熟悉、有地緣感情（唯一最大情感優勢）。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買方當前談判決策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若大墩人文價格卡死在 800 多萬以上，買方今天見面後將立刻轉向永義房屋洽談「靜園」！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7AE60"/>
                          </a:solidFill>
                          <a:latin typeface="微軟正黑體"/>
                        </a:defRPr>
                      </a:pPr>
                      <a:r>
                        <a:t>若屋主長輩願意成全讓利，在扣除 120 萬翻修款後以 710~730 萬成交，買方當場優先簽約！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⚠️ 買方坦率告知：我們對大墩人文有深厚感情，但家庭財務紀律必須理智！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「靜園」不用花 120 萬翻修、還附平面車位、上班更近。大墩人文如果屋主不願意在總價扣除 120 萬修繕費，買方理智一回神就會直接轉去買「靜園」了。請長輩把握今天當面洽談的良機，不要讓最有誠意的買方流失！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金融環境劇變：央行信用管制與銀行老屋限貸，買方絕無追高空間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軟正黑體"/>
              </a:defRPr>
            </a:pPr>
            <a:r>
              <a:t>1. 央行第七波信用管制，市場買氣急凍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央行史上最嚴厲打炒房措施，房市游資全面退潮。</a:t>
            </a:r>
            <a:br/>
            <a:r>
              <a:t>• 買方態度轉趨極度觀望保守，目前市場上僅剩財務健全的極少數剛性首購族。</a:t>
            </a:r>
            <a:br/>
            <a:r>
              <a:t>• 失去投資炒作買盤拉抬，開價過高的老屋只會淪為乏人問津的滯銷孤兒！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2. 銀行法 72-2 滿水位，鑑價極端保守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各大公私立銀行不動產放款水位接近警戒線，排隊撥款拉長至 2~3 個月。</a:t>
            </a:r>
            <a:br/>
            <a:r>
              <a:t>• 銀行鑑價防線僅約 750~800 萬，高出鑑價的落差銀行不借，必須全部拿現金補齊。</a:t>
            </a:r>
            <a:br/>
            <a:r>
              <a:t>• 買方是一般受薪家庭，根本拿不出額外百萬現金去填補估價落差！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3. 34 年老屋年限縮短，月付本利暴增！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銀行遵循「屋齡＋貸款年限 ≤ 50」風控鐵律，34年老屋無法承做30/40年期房貸。</a:t>
            </a:r>
            <a:br/>
            <a:r>
              <a:t>• 貸款年限被硬生生壓縮至 15~20 年，每月還款本息暴增一萬多元，掐死受薪家庭收支比上限！</a:t>
            </a:r>
            <a:br/>
            <a:r>
              <a:t>• 總價唯有鎖死在 730 萬以內，買方每月現金流才能安全過關！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買方議價理由 50 條攻略精華：五大核心維度說法矩陣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926080"/>
                <a:gridCol w="323057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維度分類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涵蓋核心條號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客觀事實與數據支撐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現場溝通說法與台詞要旨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一、屋況瑕疵與基礎翻修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BP-01 ~ BP-10 (共10條)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盛祥工程報價 1,205,000 元、信義產調雙衛漏水壁癌、窗框滲水。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  <a:latin typeface="微軟正黑體"/>
                        </a:defRPr>
                      </a:pPr>
                      <a:r>
                        <a:t>「水電管線與雙衛防水攸關居家生命安全，120萬純基礎工程一毛錢都省不掉，這筆剛性支出必須全額自開價扣抵。」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二、社區公設與管理提撥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BP-11 ~ BP-18 (共8條)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34年電梯機組老化、物業管理協調中、無獨立公設登記、無產權車位。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  <a:latin typeface="微軟正黑體"/>
                        </a:defRPr>
                      </a:pPr>
                      <a:r>
                        <a:t>「34年電梯隨時面臨上百萬更換集資，無獨立車位每年抽籤且南屯轉手抗性大，老社區管理不透明風險應折減房價。」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三、實登行情與估價落差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BP-19 ~ BP-27 (共9條)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歷史常態 19~20 萬、2樓最新成交 25.5 萬、銀行鑑價上限 750~800 萬。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  <a:latin typeface="微軟正黑體"/>
                        </a:defRPr>
                      </a:pPr>
                      <a:r>
                        <a:t>「實登最新2樓已跌回25.5萬，開價950萬脫離現況；銀行鑑價落差銀行不借，買方出價緊扣客觀鑑價，絕不盲目追高。」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四、競品替代與地段抗性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BP-28 ~ BP-35 (共8條)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永義帶看南區「靜園」美裝潢免修繕、捷運步行實測近10分、嫌惡設施。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  <a:latin typeface="微軟正黑體"/>
                        </a:defRPr>
                      </a:pPr>
                      <a:r>
                        <a:t>「南區靜園水電裝潢全翻新且附車位，大墩人文若不實質讓利，買方今天立刻轉向簽約；買方承擔老屋未來轉手風險。」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五、信用管制與心理攻防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BP-36 ~ BP-52 (共17條)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6人繼承純拿現金、零房貸無壓力、土增稅僅3,293元、備妥10萬支票。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  <a:latin typeface="微軟正黑體"/>
                        </a:defRPr>
                      </a:pPr>
                      <a:r>
                        <a:t>「長輩繼承取得零房貸，賣掉全額純拿現金落袋為安，土增稅微乎其微；我們備妥10萬支票隨時履約，請長輩圓滿成全。」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8686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  <a:latin typeface="微軟正黑體"/>
              </a:defRPr>
            </a:pPr>
            <a:r>
              <a:t>🎯 現場談判準則：不疾不徐、有條不紊，以數據與說明書為盾，以真誠善待起家厝為矛，促成屋主共鳴讓步。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降價訴求推導：基於客觀行情與修繕成本的理性出價方案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📊 買方財務極限與出價推導數學模型</a:t>
            </a:r>
          </a:p>
          <a:p>
            <a:pPr>
              <a:spcBef>
                <a:spcPts val="8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家庭全部購屋總資金極限：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新台幣 850 萬元（含自有自備款與銀行房貸上限，無多餘資金）</a:t>
            </a:r>
          </a:p>
          <a:p>
            <a:pPr>
              <a:spcBef>
                <a:spcPts val="8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老屋必做純基礎翻新支出：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扣除新台幣 120 萬元（盛祥統包報價單：水電、泥作、氣密窗、廚衛）</a:t>
            </a:r>
          </a:p>
          <a:p>
            <a:pPr>
              <a:spcBef>
                <a:spcPts val="8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大墩人文購買總價極限天花板：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新台幣 730 萬元（折合單價約 23.14 萬/坪，已充分高於歷史長期行情）</a:t>
            </a:r>
          </a:p>
          <a:p>
            <a:pPr>
              <a:spcBef>
                <a:spcPts val="8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今晚斡旋起手誠意出價：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新台幣 710 萬元（折合單價約 22.51 萬/坪，保留 20 萬磋商撮合彈性）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7AE60"/>
                </a:solidFill>
                <a:latin typeface="微軟正黑體"/>
              </a:defRPr>
            </a:pPr>
            <a:r>
              <a:t>🤝 屋主降價讓利能獲得的 4 大實質好處</a:t>
            </a:r>
          </a:p>
          <a:p>
            <a:pPr>
              <a:spcBef>
                <a:spcPts val="8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純現金落袋為安，零違約風險：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買方財務審核穩健、自備款充裕，保證順利撥貸履約，絕非投機客亂出價。</a:t>
            </a:r>
          </a:p>
          <a:p>
            <a:pPr>
              <a:spcBef>
                <a:spcPts val="8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6 人共有人每人現拿 120 萬：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順利處分空置遺產，立即解除 6 人多年分產懸念，長輩人人拿百萬現金。</a:t>
            </a:r>
          </a:p>
          <a:p>
            <a:pPr>
              <a:spcBef>
                <a:spcPts val="8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立刻止血空屋折舊與每月水電費：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立即免除每月管理費與水電乾耗，更避開未來南屯老屋續跌 15%~25% 風險。</a:t>
            </a:r>
          </a:p>
          <a:p>
            <a:pPr>
              <a:spcBef>
                <a:spcPts val="8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善緣傳承，起家厝交給珍惜它的家庭：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買方承諾投入重金修復水電泥作、長久安居，延續長輩起家厝的生命力！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合約安全防線：保障雙方交易安全之簽約特約底線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軟正黑體"/>
              </a:defRPr>
            </a:pPr>
            <a:r>
              <a:t>1. 全體公同共有人出席或合法授權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說明書記載 5 人未會同申請、欠繳書狀費。</a:t>
            </a:r>
            <a:br/>
            <a:r>
              <a:t>• 簽約時堅持全體共有人親自到場；若委任需備妥戶政印鑑證明正本與合法公證授權書，杜絕日後無權代理爭端！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2. 賣方自行負擔並清繳書狀規費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契約明訂因未領權狀所產生之書狀規費、補發規費及欠繳稅費，一律由賣方自行負擔完竣，不得延誤登記過戶法定時程。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3. 成數不足解約防護特約條款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34 年老屋審核極嚴，若銀行核貸成數不足 8 成，非因買方個人信用瑕疵者，雙方得無條件解約退款，確保資金不被套牢。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9436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大墩人文 11 樓・屋主見面議價專用溝通簡報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  <a:latin typeface="微軟正黑體"/>
              </a:defRPr>
            </a:pPr>
            <a:r>
              <a:t>收尾促成簽約：隨身備妥 10 萬真金白銀斡旋支票，成全雙贏善緣！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微軟正黑體"/>
              </a:defRPr>
            </a:pPr>
            <a:r>
              <a:t>🏆 買方向全體長輩屋主的最真誠表白（現場一槌定音金句）：</a:t>
            </a:r>
          </a:p>
          <a:p>
            <a:pPr>
              <a:lnSpc>
                <a:spcPct val="135000"/>
              </a:lnSpc>
              <a:spcBef>
                <a:spcPts val="1200"/>
              </a:spcBef>
              <a:defRPr sz="1150">
                <a:solidFill>
                  <a:srgbClr val="1E293B"/>
                </a:solidFill>
                <a:latin typeface="微軟正黑體"/>
              </a:defRPr>
            </a:pPr>
            <a:r>
              <a:t>「各位長輩好，我們今天帶著最大的誠意坐在這裡，不是為了挑毛病砍價，而是把所有市場數據與老屋現況攤開跟長輩理性商量。</a:t>
            </a:r>
            <a:br/>
            <a:br/>
            <a:r>
              <a:t>我們桌上這張 10 萬元銀行斡旋支票就是真金白銀！只要長輩願意體恤我們自住年輕家庭，理解 34 年老屋需要投入 120 萬翻修水電與衛浴防水的現實，願意在 710 萬至 730 萬元成全讓利，這張支票當場轉為定金，我們立刻動筆簽約！</a:t>
            </a:r>
            <a:br/>
            <a:br/>
            <a:r>
              <a:t>各位長輩是繼承取得，成本極低、土增稅才三千多塊，今天順利成交就是全額幾百萬純現金落袋為安，6 位長輩大家都能圓滿分產，更不用再每個月白白繳納管理費水電費。</a:t>
            </a:r>
            <a:br/>
            <a:br/>
            <a:r>
              <a:t>我們是誠意自住，買下來會好好重新整頓、用心善待這個起家厝，延續長輩的溫暖福氣。請長輩今晚就成全我們，大家圓圓滿滿結下一段美好善緣！」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